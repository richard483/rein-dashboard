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Karasu Auth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Authentication Service for Rein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Presented by Richard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What is Karasu Auth?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comprehensive authentication and authorization service built with Go.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🔐 Authentication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User registration, login, logout with session management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📧 Email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Verify user emails with secure token-based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🔑 Password Reset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Secure password reset via email with custom redirect URLs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⚡ Redis Caching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Session caching for improved performance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API Endpoints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Public Endpoints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 /auth/register • POST /auth/login • POST /auth/verify-email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 /auth/resend-verification • POST /auth/forgot-password • POST /auth/reset-password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 /auth/refresh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Protected Endpoints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 /auth/change-password • GET /auth/sessions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DELETE /auth/sessions/:id • POST /auth/logout/all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Dashboard Features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🔓 Login / Register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User registration with email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🔐 Forgot Password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Request password reset link via 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✉️ Email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Verify email with token from URL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🔑 Change Password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Change password while logged in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📱 Session Management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View and logout from active devices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🔄 Resend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</a:rPr>
                        <a:t>Request new verification 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User Flows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Registration Flow: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User registers → Verification email sent → User clicks link → Email verified!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Password Reset Flow: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Click forgot password → Enter email → Click reset link → Set new password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Tech Stack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Backend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Go + Gin + GORM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Database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PostgreSQL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Cache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Redis (session caching)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Email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gRPC to mail service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Frontend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SvelteKit + TypeScript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Deployment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BD5E1"/>
                          </a:solidFill>
                        </a:rPr>
                        <a:t>Kubernetes + Jenkins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</a:rPr>
              <a:t>Security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Password hashing with bcrypt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JWT-based access + refresh tokens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Rate limiting on login endpoints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Email verification required before account activation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Password reset tokens expire in 30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Session invalidation on password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Redis session caching with automatic invalidation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HTTPS enforced in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auth.nephren.xyz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Karasu Auth - Dashboard Overview</dc:title>
  <dc:subject>PptxGenJS Presentation</dc:subject>
  <dc:creator>Richard</dc:creator>
  <cp:lastModifiedBy>Richard</cp:lastModifiedBy>
  <cp:revision>1</cp:revision>
  <dcterms:created xsi:type="dcterms:W3CDTF">2026-03-02T09:43:06Z</dcterms:created>
  <dcterms:modified xsi:type="dcterms:W3CDTF">2026-03-02T09:43:06Z</dcterms:modified>
</cp:coreProperties>
</file>